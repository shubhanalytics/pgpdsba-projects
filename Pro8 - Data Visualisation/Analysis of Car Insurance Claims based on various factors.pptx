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arInsuranceClaimsbyShubhankk/STORYBOARD_1CARINSURANCECLAIMSBASEDONVARIOUSFACTOR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5CB9934-3732-4FCF-B9EF-1C690CA66C3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Analysis of Car Insurance Claims based on various factors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E523C50-39A7-4FED-B248-F268635E255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1/4/2026 4:19:00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" id="2" name="slide2">
            <a:extLst>
              <a:ext uri="{FF2B5EF4-FFF2-40B4-BE49-F238E27FC236}">
                <a16:creationId xmlns:a16="http://schemas.microsoft.com/office/drawing/2014/main" id="{40EDAF52-65AD-4794-8C24-0DBD2C3AA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2" id="3" name="slide3">
            <a:extLst>
              <a:ext uri="{FF2B5EF4-FFF2-40B4-BE49-F238E27FC236}">
                <a16:creationId xmlns:a16="http://schemas.microsoft.com/office/drawing/2014/main" id="{1CF4C4ED-D35F-419B-A022-5BE8999DD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3" id="4" name="slide4">
            <a:extLst>
              <a:ext uri="{FF2B5EF4-FFF2-40B4-BE49-F238E27FC236}">
                <a16:creationId xmlns:a16="http://schemas.microsoft.com/office/drawing/2014/main" id="{D0313D9B-9676-416B-B580-3DF67D3E9F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20" id="5" name="slide5">
            <a:extLst>
              <a:ext uri="{FF2B5EF4-FFF2-40B4-BE49-F238E27FC236}">
                <a16:creationId xmlns:a16="http://schemas.microsoft.com/office/drawing/2014/main" id="{A83BE174-7F7C-49F7-AB11-DFF0C4EDEE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4" id="6" name="slide6">
            <a:extLst>
              <a:ext uri="{FF2B5EF4-FFF2-40B4-BE49-F238E27FC236}">
                <a16:creationId xmlns:a16="http://schemas.microsoft.com/office/drawing/2014/main" id="{CDAFBA43-AF00-4C2B-BEDE-BBBCDF1AF9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5" id="7" name="slide7">
            <a:extLst>
              <a:ext uri="{FF2B5EF4-FFF2-40B4-BE49-F238E27FC236}">
                <a16:creationId xmlns:a16="http://schemas.microsoft.com/office/drawing/2014/main" id="{2ABB2946-EEA1-4495-9449-FA206FB265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6" id="8" name="slide8">
            <a:extLst>
              <a:ext uri="{FF2B5EF4-FFF2-40B4-BE49-F238E27FC236}">
                <a16:creationId xmlns:a16="http://schemas.microsoft.com/office/drawing/2014/main" id="{1846A26E-255B-418D-9841-C0272B48F6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7" id="9" name="slide9">
            <a:extLst>
              <a:ext uri="{FF2B5EF4-FFF2-40B4-BE49-F238E27FC236}">
                <a16:creationId xmlns:a16="http://schemas.microsoft.com/office/drawing/2014/main" id="{C8EE1392-A3DD-45E5-879F-4259F4A176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9" id="10" name="slide10">
            <a:extLst>
              <a:ext uri="{FF2B5EF4-FFF2-40B4-BE49-F238E27FC236}">
                <a16:creationId xmlns:a16="http://schemas.microsoft.com/office/drawing/2014/main" id="{EC5E03EB-1106-49C5-A853-B16568D44E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8" id="11" name="slide11">
            <a:extLst>
              <a:ext uri="{FF2B5EF4-FFF2-40B4-BE49-F238E27FC236}">
                <a16:creationId xmlns:a16="http://schemas.microsoft.com/office/drawing/2014/main" id="{F1BA0C95-C02E-45B3-9BDC-153009F1A15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8" id="12" name="slide12">
            <a:extLst>
              <a:ext uri="{FF2B5EF4-FFF2-40B4-BE49-F238E27FC236}">
                <a16:creationId xmlns:a16="http://schemas.microsoft.com/office/drawing/2014/main" id="{0F9F28B0-496D-4CBC-B252-BCAFB50736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9" id="13" name="slide13">
            <a:extLst>
              <a:ext uri="{FF2B5EF4-FFF2-40B4-BE49-F238E27FC236}">
                <a16:creationId xmlns:a16="http://schemas.microsoft.com/office/drawing/2014/main" id="{0DAE1F6C-E254-46F6-9CC1-A9BF2FBD29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0" id="14" name="slide14">
            <a:extLst>
              <a:ext uri="{FF2B5EF4-FFF2-40B4-BE49-F238E27FC236}">
                <a16:creationId xmlns:a16="http://schemas.microsoft.com/office/drawing/2014/main" id="{27EBA833-0EF5-4ED0-A6A9-33BF403476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1" id="15" name="slide15">
            <a:extLst>
              <a:ext uri="{FF2B5EF4-FFF2-40B4-BE49-F238E27FC236}">
                <a16:creationId xmlns:a16="http://schemas.microsoft.com/office/drawing/2014/main" id="{BAE604E7-0878-4FD5-A730-C8B6C1E3B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2" id="16" name="slide16">
            <a:extLst>
              <a:ext uri="{FF2B5EF4-FFF2-40B4-BE49-F238E27FC236}">
                <a16:creationId xmlns:a16="http://schemas.microsoft.com/office/drawing/2014/main" id="{7FC62689-01AC-4D10-8281-D52F5D62EA0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3" id="17" name="slide17">
            <a:extLst>
              <a:ext uri="{FF2B5EF4-FFF2-40B4-BE49-F238E27FC236}">
                <a16:creationId xmlns:a16="http://schemas.microsoft.com/office/drawing/2014/main" id="{82AD5860-EE6B-47BA-8C84-58495B2A335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4" id="18" name="slide18">
            <a:extLst>
              <a:ext uri="{FF2B5EF4-FFF2-40B4-BE49-F238E27FC236}">
                <a16:creationId xmlns:a16="http://schemas.microsoft.com/office/drawing/2014/main" id="{CD81AE03-7905-4748-8A7B-D10D929C61A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5" id="19" name="slide19">
            <a:extLst>
              <a:ext uri="{FF2B5EF4-FFF2-40B4-BE49-F238E27FC236}">
                <a16:creationId xmlns:a16="http://schemas.microsoft.com/office/drawing/2014/main" id="{2D5B32CB-590A-4BA4-9EDF-DE775544AD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6" id="20" name="slide20">
            <a:extLst>
              <a:ext uri="{FF2B5EF4-FFF2-40B4-BE49-F238E27FC236}">
                <a16:creationId xmlns:a16="http://schemas.microsoft.com/office/drawing/2014/main" id="{96CB9C27-4FB1-4B0A-86C4-FC986C54B40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BOARD_1: CAR INSURANCE CLAIMS BASED ON VARIOUS FACTORS17" id="21" name="slide21">
            <a:extLst>
              <a:ext uri="{FF2B5EF4-FFF2-40B4-BE49-F238E27FC236}">
                <a16:creationId xmlns:a16="http://schemas.microsoft.com/office/drawing/2014/main" id="{B7C078E1-7B2F-442F-ACB3-5E432FC709D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36" y="0"/>
            <a:ext cx="719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2026-01-04T16:19:05Z</dcterms:created>
  <dcterms:modified xsi:type="dcterms:W3CDTF">2026-01-04T16:19:05Z</dcterms:modified>
</cp:coreProperties>
</file>